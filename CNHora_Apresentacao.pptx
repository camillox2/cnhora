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260"/>
          </a:solidFill>
          <a:ln w="12700">
            <a:solidFill>
              <a:srgbClr val="0D2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731520"/>
            <a:ext cx="1645920" cy="1645920"/>
          </a:xfrm>
          <a:prstGeom prst="ellipse">
            <a:avLst/>
          </a:prstGeom>
          <a:solidFill>
            <a:srgbClr val="1A3A80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960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2834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3090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3593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0" y="3840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4096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0972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CNHora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57200" y="19659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que conecta candidatos à CNH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instrutores autônomos verificados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34747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43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Wolff · Wellington Fonseca · Vitor Camillo · João Alvarez · Lucas Ashikaga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999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Positivo · Curitiba/PR · Junho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6459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83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cnhora.com.br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processo de tirar CNH é tão difícil?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73152" cy="960120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Custo obscuro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candidato não sabe o total que vai gastar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58568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58568"/>
            <a:ext cx="73152" cy="960120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50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Nenhuma visibilidade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comparar instrutores com segurança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374136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374136"/>
            <a:ext cx="73152" cy="960120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655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Agenda manual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7856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só por WhatsApp ou telefone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14300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14300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Instrutores invisíveis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Autônomos sem presença digital ou reputação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258568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2258568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350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Inadimplência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6700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informal, sem garantia de recebimento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3374136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3374136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4655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Cancelamentos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7856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notificação ou proteção para nenhum dos lados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— CNHora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privada de confiança para a jornada prática da CNH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A3A8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704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Conectamos candidatos à CNH com instrutores autônomos verificados — agendamento fácil, pagamento seguro e reputação real.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560320" cy="246888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25603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944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verificado do instrutor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por aula definido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712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reais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920240"/>
            <a:ext cx="2560320" cy="246888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920240"/>
            <a:ext cx="25603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9184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2944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online em tempo real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328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telefonar ou esperar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712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automática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920240"/>
            <a:ext cx="2560320" cy="246888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920240"/>
            <a:ext cx="25603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2944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retido até pós-aula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3328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para instrutor e aluno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712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reputação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Curitiba/PR como ponto de entrada para escalar no Brasil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920240" cy="54864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755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 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Metropolitana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43000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61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1755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autônomos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no Paraná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43000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261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1755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anos: perfil principal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candidato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14300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143000"/>
            <a:ext cx="1920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261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R$120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66560" y="1755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aula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26060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29992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1480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/ Candidatos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6758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 de 18–28 anos buscando a 1ª CNH. Perfil digital. Priorizam confiança, preço claro e praticidade.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292608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54680" y="29992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246120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Autônomos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46120" y="36758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independentes com captação informal. Precisam de leads qualificados e pagamento garantido.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9320" y="292608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89320" y="29992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080760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36758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A, C, D, E · Renovação de CNH · Londrina, Maringá, Ponta Grossa · Escala nacional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Mercado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entrevistas reais · 10 alunos + 5 instrutores · Mai/2026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1554480" cy="1554480"/>
          </a:xfrm>
          <a:prstGeom prst="ellipse">
            <a:avLst/>
          </a:prstGeom>
          <a:solidFill>
            <a:srgbClr val="1A3A80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1188720"/>
            <a:ext cx="6492240" cy="74980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80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1261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15727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com intenção de uso 4 ou 5 (escala 1–5)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2057400"/>
            <a:ext cx="6492240" cy="74980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17520" y="2130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24414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relataram dor real com agenda e captação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2926080"/>
            <a:ext cx="6492240" cy="74980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17520" y="2999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17520" y="331012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aceito pelos instrutores entrevistados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31720" y="3794760"/>
            <a:ext cx="6492240" cy="74980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17520" y="3867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17520" y="41788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prioridade: instrutor verificado + pagamento seguro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solidFill>
            <a:srgbClr val="1A3A8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Ajustar e seguir — dor real confirmada nas duas pontas. Reposicionar como infraestrutura de confiança.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 bilateral — alunos e instrutores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51560"/>
            <a:ext cx="1645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51560"/>
            <a:ext cx="1645920" cy="54864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15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Chave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46888" y="14630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verificados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" y="19019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 de pagamento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" y="234086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de mapa/GPS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" y="277977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Positivo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56816" y="1051560"/>
            <a:ext cx="1645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56816" y="1051560"/>
            <a:ext cx="1645920" cy="54864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1115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Chave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20824" y="14630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 manutenção app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20824" y="19019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instrutores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20824" y="234086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Mediação de pagamentos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20824" y="277977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de aquisição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30752" y="1051560"/>
            <a:ext cx="1645920" cy="22860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0752" y="1051560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1115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794760" y="14630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verificados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94760" y="19019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claro por aula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94760" y="234086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digital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277977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seguro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04688" y="1051560"/>
            <a:ext cx="1645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04688" y="1051560"/>
            <a:ext cx="1645920" cy="54864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0408" y="1115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68696" y="14630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guiado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68696" y="19019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de aula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68696" y="234086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mútuas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68696" y="277977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WhatsApp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78624" y="1051560"/>
            <a:ext cx="1645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78624" y="1051560"/>
            <a:ext cx="1645920" cy="54864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24344" y="1115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42632" y="14630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 18–28 anos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42632" y="19019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à 1ª CNH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42632" y="234086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autônomos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42632" y="277977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Futura expansão Brasil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" y="3493008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82880" y="3493008"/>
            <a:ext cx="4206240" cy="54864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547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Custos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Dev/hospedagem/APIs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133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de aquisição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4425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ao cliente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4320" y="4718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Compliance/LGPD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45152" y="3493008"/>
            <a:ext cx="4206240" cy="14630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45152" y="3493008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3547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Receita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36592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8–15%/aula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36592" y="4133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Premium instrutor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36592" y="4425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conveniência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36592" y="4718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plus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— App CNHora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Expo · 11 telas funcionais · Dados em cache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011680" cy="3749040"/>
          </a:xfrm>
          <a:prstGeom prst="roundRect">
            <a:avLst>
              <a:gd name="adj" fmla="val 11364"/>
            </a:avLst>
          </a:prstGeom>
          <a:solidFill>
            <a:srgbClr val="0D2260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1737360" cy="2926080"/>
          </a:xfrm>
          <a:prstGeom prst="rect">
            <a:avLst/>
          </a:prstGeom>
          <a:solidFill>
            <a:srgbClr val="091D4A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1737360" cy="457200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CNHora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965960"/>
            <a:ext cx="1554480" cy="228600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65960"/>
            <a:ext cx="822960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311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86%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94360" y="2468880"/>
            <a:ext cx="1554480" cy="228600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468880"/>
            <a:ext cx="822960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340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Prática: 12h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Instrutor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3429000"/>
            <a:ext cx="1554480" cy="274320"/>
          </a:xfrm>
          <a:prstGeom prst="rect">
            <a:avLst/>
          </a:prstGeom>
          <a:solidFill>
            <a:srgbClr val="1A3A80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747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H. ★ 4.9 · R$120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2920" y="4078224"/>
            <a:ext cx="1737360" cy="32004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0565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410565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88720" y="410565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📝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410565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0" y="410565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👤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1097280"/>
            <a:ext cx="2834640" cy="82296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52928" y="11521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Home/Dashboard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52928" y="1444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CNH, próxima aula, ações rápidas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0" y="2057400"/>
            <a:ext cx="2834640" cy="82296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852928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Buscar Instrutor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52928" y="2404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bairro, categoria e preço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0" y="3017520"/>
            <a:ext cx="2834640" cy="82296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852928" y="30723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Perfil Instrutor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52928" y="3364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avaliações reais, disponibilidade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0" y="3977640"/>
            <a:ext cx="2834640" cy="82296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852928" y="4032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Agendar Aula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52928" y="43251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semanal + horários em tempo real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852160" y="1097280"/>
            <a:ext cx="2834640" cy="82296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61888" y="11521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Simulados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61888" y="1444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questões CTB com explicações e resultado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52160" y="2057400"/>
            <a:ext cx="2834640" cy="82296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61888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Meu Progresso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61888" y="2404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da jornada, % teoria e prática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852160" y="3017520"/>
            <a:ext cx="2834640" cy="82296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961888" y="30723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Minhas Aulas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61888" y="3364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 filtros (agendada/concluída/cancelada)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852160" y="3977640"/>
            <a:ext cx="2834640" cy="82296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961888" y="4032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Sem Backend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61888" y="43251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para persistência local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hiperlocal → expansão regional → escala nacional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920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261872"/>
            <a:ext cx="640080" cy="640080"/>
          </a:xfrm>
          <a:prstGeom prst="ellipse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1673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Pré-lançamento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359152"/>
            <a:ext cx="1371600" cy="21945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59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cnhora.com.br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espera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85876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78024" y="1143000"/>
            <a:ext cx="1920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18104" y="1261872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8104" y="131673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9464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Curitiba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52344" y="2359152"/>
            <a:ext cx="137160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52344" y="2359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15184" y="272491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instrutores verificados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15184" y="32918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alunos beta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15184" y="385876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Verde/Batel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36008" y="1143000"/>
            <a:ext cx="1920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76088" y="1261872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76088" y="131673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27448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Local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0328" y="2359152"/>
            <a:ext cx="137160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2359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Ago–Out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73168" y="272491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TikTok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2918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 campus UP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385876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indicação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93992" y="1143000"/>
            <a:ext cx="1920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34072" y="1261872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34072" y="131673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85432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Paraná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68312" y="2359152"/>
            <a:ext cx="137160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2359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31152" y="272491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Londrina, Maringá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31152" y="32918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Ponta Grossa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31152" y="385876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A + renovação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86000" y="292608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443984" y="292608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601968" y="292608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lado da oferta primeiro (instrutores verificados) → escalar demanda (alunos) com qualidade garantida desde o dia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&amp; Projeções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+ premium + serviços · Piloto → escala no Paraná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3657600" cy="109728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70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15568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aula concluída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359152"/>
            <a:ext cx="3657600" cy="109728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59152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4323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2432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Instrutor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R$79/mês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+ ferramentas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621024"/>
            <a:ext cx="3657600" cy="109728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21024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6941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15568" y="36941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Plus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5568" y="4261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e docs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1051560"/>
            <a:ext cx="4297680" cy="621792"/>
          </a:xfrm>
          <a:prstGeom prst="rect">
            <a:avLst/>
          </a:prstGeom>
          <a:solidFill>
            <a:srgbClr val="0F2B6B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124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1124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GMV/mês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52360" y="1124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Receita/mês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719072"/>
            <a:ext cx="4297680" cy="621792"/>
          </a:xfrm>
          <a:prstGeom prst="rect">
            <a:avLst/>
          </a:prstGeom>
          <a:solidFill>
            <a:srgbClr val="091D4A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7922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(Jul–Set/26)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35040" y="17922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R$18k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52360" y="17922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R$1.800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386584"/>
            <a:ext cx="4297680" cy="621792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4597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Out–Dez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24597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R$72k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52360" y="24597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R$7.200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054096"/>
            <a:ext cx="4297680" cy="621792"/>
          </a:xfrm>
          <a:prstGeom prst="rect">
            <a:avLst/>
          </a:prstGeom>
          <a:solidFill>
            <a:srgbClr val="091D4A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3127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35040" y="3127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R$250k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52360" y="3127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R$25.000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721608"/>
            <a:ext cx="4297680" cy="621792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3504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R$625k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5236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R$68.750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4389120"/>
            <a:ext cx="4297680" cy="621792"/>
          </a:xfrm>
          <a:prstGeom prst="rect">
            <a:avLst/>
          </a:prstGeom>
          <a:solidFill>
            <a:srgbClr val="091D4A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44622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2027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35040" y="44622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+R$1,2M GMV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52360" y="44622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+R$130k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Positivo · Curitiba/PR · Junho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560320" cy="182880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234440"/>
            <a:ext cx="731520" cy="731520"/>
          </a:xfrm>
          <a:prstGeom prst="ellipse">
            <a:avLst/>
          </a:prstGeom>
          <a:solidFill>
            <a:srgbClr val="1A3A8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2984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Wolff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182880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&amp; Pesquisa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mercado e validação com instrutores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560320" cy="182880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1234440"/>
            <a:ext cx="731520" cy="731520"/>
          </a:xfrm>
          <a:prstGeom prst="ellipse">
            <a:avLst/>
          </a:prstGeom>
          <a:solidFill>
            <a:srgbClr val="1A3A8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2984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Wellington Fonseca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2377440"/>
            <a:ext cx="182880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 &amp; Canvas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9184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e modelo de receita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35040" y="1097280"/>
            <a:ext cx="2560320" cy="182880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234440"/>
            <a:ext cx="731520" cy="731520"/>
          </a:xfrm>
          <a:prstGeom prst="ellipse">
            <a:avLst/>
          </a:prstGeom>
          <a:solidFill>
            <a:srgbClr val="1A3A8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2984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2648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Vitor Camillo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2377440"/>
            <a:ext cx="182880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2648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React Native/Expo e arquitetura de produto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783080" y="3200400"/>
            <a:ext cx="2560320" cy="182880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97480" y="3337560"/>
            <a:ext cx="731520" cy="731520"/>
          </a:xfrm>
          <a:prstGeom prst="ellipse">
            <a:avLst/>
          </a:prstGeom>
          <a:solidFill>
            <a:srgbClr val="1A3A8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34015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874520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Alvarez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48840" y="4480560"/>
            <a:ext cx="182880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4480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&amp; Pitch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74520" y="4709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quantitativa e apresentação final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17720" y="3200400"/>
            <a:ext cx="2560320" cy="1828800"/>
          </a:xfrm>
          <a:prstGeom prst="rect">
            <a:avLst/>
          </a:prstGeom>
          <a:solidFill>
            <a:srgbClr val="0D22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32120" y="3337560"/>
            <a:ext cx="731520" cy="731520"/>
          </a:xfrm>
          <a:prstGeom prst="ellipse">
            <a:avLst/>
          </a:prstGeom>
          <a:solidFill>
            <a:srgbClr val="1A3A8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34015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709160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Ashikaga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4480560"/>
            <a:ext cx="182880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4480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Visual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09160" y="4709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visual, landing page e UX/UI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91D4A"/>
          </a:solidFill>
          <a:ln w="12700">
            <a:solidFill>
              <a:srgbClr val="091D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7777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cnhora.com.br · contato@cnhora.com.br · Curitiba/PR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depois do MVP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06040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ampliada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alunos + 12 instrutores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73152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48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Jul/26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606040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2588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435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8620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instrutor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verificados no piloto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2148840"/>
            <a:ext cx="73152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148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Jul/26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1325880"/>
            <a:ext cx="2606040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32588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435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084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dados mockados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2148840"/>
            <a:ext cx="73152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148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Ago/26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926080"/>
            <a:ext cx="2606040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92608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035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real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3319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gateway de split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749040"/>
            <a:ext cx="73152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749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Set/26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0" y="2926080"/>
            <a:ext cx="2606040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292608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035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88620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Curitiba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86200" y="3319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alunos, medir KPIs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37560" y="3749040"/>
            <a:ext cx="73152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749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Set/26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35040" y="2926080"/>
            <a:ext cx="2606040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292608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3035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72084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20840" y="3319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Londrina, Maringá, PG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72200" y="3749040"/>
            <a:ext cx="73152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749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Q1/27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286000" y="4617720"/>
            <a:ext cx="45720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4617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cnhora.com.br — Acesse e conheça a plataforma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CNHora — Apresentação de Pitch</dc:title>
  <dc:subject>PptxGenJS Presentation</dc:subject>
  <dc:creator>CNHora</dc:creator>
  <cp:lastModifiedBy>CNHora</cp:lastModifiedBy>
  <cp:revision>1</cp:revision>
  <dcterms:created xsi:type="dcterms:W3CDTF">2026-06-19T22:07:40Z</dcterms:created>
  <dcterms:modified xsi:type="dcterms:W3CDTF">2026-06-19T22:07:40Z</dcterms:modified>
</cp:coreProperties>
</file>